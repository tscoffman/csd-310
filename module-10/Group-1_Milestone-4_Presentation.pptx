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8FAC4F-10F3-4760-B84D-A0A667120F1B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A4F7-DC95-4753-AA45-C91A292860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92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16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741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2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41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28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29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6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67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8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107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5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76159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693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92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49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65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5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FCDE237-3917-421D-B77E-7D0E04A62D52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EC5D7E-5FC5-4CCF-9626-E9A514C4D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875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2DBF0-D28A-94BC-3D06-EEFE8C6088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Willson Financial Case Study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87243D-4F73-8CDE-5499-CC771EE576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055539"/>
            <a:ext cx="9440034" cy="1049867"/>
          </a:xfrm>
        </p:spPr>
        <p:txBody>
          <a:bodyPr/>
          <a:lstStyle/>
          <a:p>
            <a:r>
              <a:rPr lang="en-US" dirty="0"/>
              <a:t>Trenten Coffman</a:t>
            </a:r>
          </a:p>
          <a:p>
            <a:r>
              <a:rPr lang="en-US" dirty="0"/>
              <a:t>Wade Eckert</a:t>
            </a:r>
          </a:p>
        </p:txBody>
      </p:sp>
    </p:spTree>
    <p:extLst>
      <p:ext uri="{BB962C8B-B14F-4D97-AF65-F5344CB8AC3E}">
        <p14:creationId xmlns:p14="http://schemas.microsoft.com/office/powerpoint/2010/main" val="3580415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9B7C-0B0D-8643-9816-A0D4144B4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EC51-8F72-7F62-A52B-76408ED78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Small town business partners Jake and Ned Willson want to analyze their customer base</a:t>
            </a:r>
          </a:p>
          <a:p>
            <a:r>
              <a:rPr lang="en-US" dirty="0"/>
              <a:t>They are considering changes to the company’s billing structure</a:t>
            </a:r>
          </a:p>
          <a:p>
            <a:r>
              <a:rPr lang="en-US" dirty="0"/>
              <a:t>To aid their decision process they want these questions answered</a:t>
            </a:r>
          </a:p>
          <a:p>
            <a:pPr lvl="1"/>
            <a:r>
              <a:rPr lang="en-US" dirty="0"/>
              <a:t>How many clients have they gained each month for the last six months?</a:t>
            </a:r>
          </a:p>
          <a:p>
            <a:pPr lvl="1"/>
            <a:r>
              <a:rPr lang="en-US" dirty="0"/>
              <a:t>What is the average dollar amount invested by the customers?</a:t>
            </a:r>
          </a:p>
          <a:p>
            <a:pPr lvl="1"/>
            <a:r>
              <a:rPr lang="en-US" dirty="0"/>
              <a:t>How many clients engage in more than ten transactions per month?</a:t>
            </a:r>
          </a:p>
          <a:p>
            <a:r>
              <a:rPr lang="en-US" dirty="0"/>
              <a:t>To help the company answer these questions we’ve created a database and generated reports for the owners to review</a:t>
            </a:r>
          </a:p>
        </p:txBody>
      </p:sp>
    </p:spTree>
    <p:extLst>
      <p:ext uri="{BB962C8B-B14F-4D97-AF65-F5344CB8AC3E}">
        <p14:creationId xmlns:p14="http://schemas.microsoft.com/office/powerpoint/2010/main" val="1741465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EC4B0A-9F7B-08DD-1ADE-63D50588F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3AAB9B-53F3-364D-B495-719DA7AC2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02792"/>
            <a:ext cx="10353762" cy="970450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Entity 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79691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2086-E87D-84BE-C87A-8BF5E974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8B18-0338-B427-30E3-1302F7B99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Clients have only one advisor</a:t>
            </a:r>
          </a:p>
          <a:p>
            <a:r>
              <a:rPr lang="en-US" dirty="0"/>
              <a:t>Clients have one or more accounts</a:t>
            </a:r>
          </a:p>
          <a:p>
            <a:r>
              <a:rPr lang="en-US" dirty="0"/>
              <a:t>Clients may hold a wide variety of assets</a:t>
            </a:r>
          </a:p>
        </p:txBody>
      </p:sp>
    </p:spTree>
    <p:extLst>
      <p:ext uri="{BB962C8B-B14F-4D97-AF65-F5344CB8AC3E}">
        <p14:creationId xmlns:p14="http://schemas.microsoft.com/office/powerpoint/2010/main" val="183450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4788-1C61-A9C4-A968-1F38D95BF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B4073-B7B1-C918-83E0-7A30CFF34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94100" indent="-457200">
              <a:buFont typeface="+mj-lt"/>
              <a:buAutoNum type="arabicPeriod"/>
            </a:pPr>
            <a:r>
              <a:rPr lang="en-US" dirty="0"/>
              <a:t>Shows which months had new clients and how many joined for the last six months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Shows total clients, accounts, and dollar amount of assets held as well as the average dollar amount invested per client and account</a:t>
            </a:r>
          </a:p>
          <a:p>
            <a:pPr marL="494100" indent="-457200">
              <a:buFont typeface="+mj-lt"/>
              <a:buAutoNum type="arabicPeriod"/>
            </a:pPr>
            <a:r>
              <a:rPr lang="en-US" dirty="0"/>
              <a:t>Shows all clients who exceeded ten transactions in a single month and which months they exceeded that amount</a:t>
            </a:r>
          </a:p>
        </p:txBody>
      </p:sp>
    </p:spTree>
    <p:extLst>
      <p:ext uri="{BB962C8B-B14F-4D97-AF65-F5344CB8AC3E}">
        <p14:creationId xmlns:p14="http://schemas.microsoft.com/office/powerpoint/2010/main" val="163840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C6CA7-7588-43E7-C8ED-1970E1AEE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63" y="604443"/>
            <a:ext cx="7516274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4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AF4FD-2C6C-6ACA-1500-1C0DD722F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231" y="1366549"/>
            <a:ext cx="7249537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99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D98C4-E511-0ED0-B200-3112E67E4A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626" y="1861919"/>
            <a:ext cx="7144747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316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92</TotalTime>
  <Words>185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Calisto MT</vt:lpstr>
      <vt:lpstr>Wingdings 2</vt:lpstr>
      <vt:lpstr>Slate</vt:lpstr>
      <vt:lpstr>Willson Financial Case Study Project</vt:lpstr>
      <vt:lpstr>The Case Study</vt:lpstr>
      <vt:lpstr>Entity Relationship Diagram</vt:lpstr>
      <vt:lpstr>Case Study Assumptions</vt:lpstr>
      <vt:lpstr>The Reports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Trent Coffman</dc:creator>
  <cp:lastModifiedBy>Trent Coffman</cp:lastModifiedBy>
  <cp:revision>4</cp:revision>
  <dcterms:created xsi:type="dcterms:W3CDTF">2026-02-28T18:21:29Z</dcterms:created>
  <dcterms:modified xsi:type="dcterms:W3CDTF">2026-02-28T19:54:03Z</dcterms:modified>
</cp:coreProperties>
</file>